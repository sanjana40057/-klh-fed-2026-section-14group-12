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68" r:id="rId4"/>
    <p:sldId id="272" r:id="rId5"/>
    <p:sldId id="258" r:id="rId6"/>
    <p:sldId id="271" r:id="rId7"/>
    <p:sldId id="263" r:id="rId8"/>
    <p:sldId id="264" r:id="rId9"/>
    <p:sldId id="257" r:id="rId10"/>
    <p:sldId id="266" r:id="rId11"/>
    <p:sldId id="267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67ECA-42F3-49FD-83C5-8609ECF3DF7E}" v="221" dt="2026-10-11T10:03:44.987"/>
    <p1510:client id="{B27441DD-0797-04A1-D4E9-BCAF3304AFDD}" v="44" dt="2026-10-11T09:55:26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54345-FEAE-9225-49DF-6EF16AF66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8100"/>
              <a:t>Digital Design and Computer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BA34-3F43-91FA-D071-C19A6B74B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Course outcome 2</a:t>
            </a:r>
          </a:p>
        </p:txBody>
      </p:sp>
    </p:spTree>
    <p:extLst>
      <p:ext uri="{BB962C8B-B14F-4D97-AF65-F5344CB8AC3E}">
        <p14:creationId xmlns:p14="http://schemas.microsoft.com/office/powerpoint/2010/main" val="700403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92729-5F69-51A9-2AAD-ACDFF30ED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318141" cy="3802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latin typeface="+mj-lt"/>
                <a:ea typeface="+mj-ea"/>
                <a:cs typeface="+mj-cs"/>
              </a:rPr>
              <a:t>PROJECT TITLE</a:t>
            </a:r>
            <a:br>
              <a:rPr lang="en-US" sz="4600" kern="1200" dirty="0"/>
            </a:br>
            <a:br>
              <a:rPr lang="en-US" sz="4600" kern="1200" dirty="0"/>
            </a:br>
            <a:r>
              <a:rPr lang="en-US" sz="4600"/>
              <a:t>Automated Street Light Control System</a:t>
            </a:r>
            <a:endParaRPr lang="en-US" sz="4600" kern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781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4AC5C-D179-FE5F-DFA5-3858F44A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052686"/>
            <a:ext cx="10117289" cy="51728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/>
              <a:t>Presented by</a:t>
            </a:r>
          </a:p>
          <a:p>
            <a:pPr marL="0" indent="0">
              <a:buNone/>
            </a:pPr>
            <a:r>
              <a:rPr lang="en-US" sz="3600"/>
              <a:t>1.Sai Hitesh – 2620030269</a:t>
            </a:r>
          </a:p>
          <a:p>
            <a:pPr marL="0" indent="0">
              <a:buNone/>
            </a:pPr>
            <a:r>
              <a:rPr lang="en-US" sz="3600"/>
              <a:t>2. Hyder – 2620030257</a:t>
            </a:r>
          </a:p>
          <a:p>
            <a:pPr marL="0" indent="0">
              <a:buNone/>
            </a:pPr>
            <a:r>
              <a:rPr lang="en-US" sz="3600"/>
              <a:t>3. Radhika – 2620030258</a:t>
            </a:r>
          </a:p>
          <a:p>
            <a:pPr marL="0" indent="0">
              <a:buNone/>
            </a:pPr>
            <a:r>
              <a:rPr lang="en-US" sz="3600"/>
              <a:t>4. Akshith - 2620030282</a:t>
            </a:r>
          </a:p>
        </p:txBody>
      </p:sp>
    </p:spTree>
    <p:extLst>
      <p:ext uri="{BB962C8B-B14F-4D97-AF65-F5344CB8AC3E}">
        <p14:creationId xmlns:p14="http://schemas.microsoft.com/office/powerpoint/2010/main" val="42623192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E50F1-0D88-B243-CC5D-23FB2ECC9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D5F853-AF1F-1BF6-196B-35B14118C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50C4281-A0B1-D475-0369-78A095BF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7FBBE3-3D6B-C302-4266-45FD35FC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53307-A349-4F71-6E55-C023D6B6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740839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latin typeface="Aptos"/>
              </a:rPr>
              <a:t>Objectives</a:t>
            </a:r>
          </a:p>
          <a:p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B2E99-DAFA-BD9D-3B3A-21B5E3FF1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56" y="1450005"/>
            <a:ext cx="10138274" cy="420662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200" dirty="0">
                <a:ea typeface="+mn-lt"/>
                <a:cs typeface="+mn-lt"/>
              </a:rPr>
              <a:t>   The objective of this project is to design an automated </a:t>
            </a:r>
            <a:r>
              <a:rPr lang="en-US" sz="2200" dirty="0" err="1">
                <a:ea typeface="+mn-lt"/>
                <a:cs typeface="+mn-lt"/>
              </a:rPr>
              <a:t>street light</a:t>
            </a:r>
            <a:r>
              <a:rPr lang="en-US" sz="2200" dirty="0">
                <a:ea typeface="+mn-lt"/>
                <a:cs typeface="+mn-lt"/>
              </a:rPr>
              <a:t> system that switches ON when it is dark and motion is </a:t>
            </a:r>
            <a:r>
              <a:rPr lang="en-US" sz="2200" dirty="0" err="1">
                <a:ea typeface="+mn-lt"/>
                <a:cs typeface="+mn-lt"/>
              </a:rPr>
              <a:t>detected, and</a:t>
            </a:r>
            <a:r>
              <a:rPr lang="en-US" sz="2200" dirty="0">
                <a:ea typeface="+mn-lt"/>
                <a:cs typeface="+mn-lt"/>
              </a:rPr>
              <a:t> switches OFF when it is bright or no motion is detected. This system helps save electricity and reduces manual operation.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/>
              <a:t>Specific Objectives: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Automatic Control – turns the </a:t>
            </a:r>
            <a:r>
              <a:rPr lang="en-US" sz="2200" dirty="0" err="1">
                <a:ea typeface="+mn-lt"/>
                <a:cs typeface="+mn-lt"/>
              </a:rPr>
              <a:t>street light</a:t>
            </a:r>
            <a:r>
              <a:rPr lang="en-US" sz="2200" dirty="0">
                <a:ea typeface="+mn-lt"/>
                <a:cs typeface="+mn-lt"/>
              </a:rPr>
              <a:t> ON or OFF based on light conditions and motion detection.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Energy Saving – reduces unnecessary electricity consumption.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Motion Detection – activates the light only when movement is detected in darkness.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Cost Reduction – minimizes power wastage and electricity bills.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ea typeface="+mn-lt"/>
                <a:cs typeface="+mn-lt"/>
              </a:rPr>
              <a:t>Improved Efficiency – provides smart and reliable </a:t>
            </a:r>
            <a:r>
              <a:rPr lang="en-US" sz="2200" dirty="0" err="1">
                <a:ea typeface="+mn-lt"/>
                <a:cs typeface="+mn-lt"/>
              </a:rPr>
              <a:t>street light</a:t>
            </a:r>
            <a:r>
              <a:rPr lang="en-US" sz="2200" dirty="0">
                <a:ea typeface="+mn-lt"/>
                <a:cs typeface="+mn-lt"/>
              </a:rPr>
              <a:t> control.</a:t>
            </a:r>
            <a:endParaRPr lang="en-US" sz="2200" dirty="0"/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644416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456CD-8728-7312-0331-F8A8E303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383075"/>
          </a:xfrm>
        </p:spPr>
        <p:txBody>
          <a:bodyPr anchor="ctr">
            <a:normAutofit/>
          </a:bodyPr>
          <a:lstStyle/>
          <a:p>
            <a:r>
              <a:rPr lang="en-US">
                <a:latin typeface="Aptos Display"/>
              </a:rPr>
              <a:t>Logic Design</a:t>
            </a:r>
          </a:p>
          <a:p>
            <a:endParaRPr lang="en-US" sz="7200" dirty="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605EA-E466-24F2-D064-3051D19B3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547" y="1350883"/>
            <a:ext cx="9320519" cy="37853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  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The system uses two inputs and one output.</a:t>
            </a:r>
            <a:endParaRPr lang="en-US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ea typeface="+mn-lt"/>
                <a:cs typeface="+mn-lt"/>
              </a:rPr>
              <a:t>Input A – LDR Sensor: 0 = Dark, 1 = Bright.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Input B – Motion Sensor: 0 = No motion, 1 = Motion detected.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Output Y – Street Light: 0 = OFF, 1 = ON.</a:t>
            </a:r>
            <a:endParaRPr lang="en-US"/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Font typeface="Arial,Sans-Serif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82957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EBF88-EBBD-8F37-D7E6-D2E3BDAFD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386285"/>
            <a:ext cx="8074815" cy="4383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200" b="1">
                <a:ea typeface="+mn-lt"/>
                <a:cs typeface="+mn-lt"/>
              </a:rPr>
              <a:t>Logic gates used:</a:t>
            </a:r>
            <a:endParaRPr lang="en-US" b="1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3200">
                <a:ea typeface="+mn-lt"/>
                <a:cs typeface="+mn-lt"/>
              </a:rPr>
              <a:t>NOT Gate – converts A = 0 (dark) into 1.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3200">
                <a:ea typeface="+mn-lt"/>
                <a:cs typeface="+mn-lt"/>
              </a:rPr>
              <a:t>AND Gate – checks whether it is dark and motion is detected.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3200" dirty="0">
                <a:ea typeface="+mn-lt"/>
                <a:cs typeface="+mn-lt"/>
              </a:rPr>
              <a:t>LED/Output – indicates whether the </a:t>
            </a:r>
            <a:r>
              <a:rPr lang="en-US" sz="3200" dirty="0" err="1">
                <a:ea typeface="+mn-lt"/>
                <a:cs typeface="+mn-lt"/>
              </a:rPr>
              <a:t>street light</a:t>
            </a:r>
            <a:r>
              <a:rPr lang="en-US" sz="3200" dirty="0">
                <a:ea typeface="+mn-lt"/>
                <a:cs typeface="+mn-lt"/>
              </a:rPr>
              <a:t> is ON or OFF.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sz="3200" b="1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851903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18331-D316-4605-9E0B-1504BEF8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1311-4370-6A79-F8D7-199ECE39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923" y="1860001"/>
            <a:ext cx="9041254" cy="345142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2400" dirty="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LDR sensor detects the surrounding light intensity.</a:t>
            </a: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If it is dark, input A becomes 0, and the NOT gate converts it to 1.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motion sensor checks whether a person or vehicle is nearby.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The AND gate receives the inverted LDR signal and the motion sensor signal.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If both signals are 1, the </a:t>
            </a:r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turns ON.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If it is bright or no motion is detected, the </a:t>
            </a:r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remains OFF.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67129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57453-EB1A-0852-F578-80ACDE3C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A2BE-0D3B-FB5F-7B8B-19DC8FE97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77625"/>
            <a:ext cx="8074815" cy="339223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The circuit can be simulated using Logisim Evolution.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Place two input pins, one NOT gate, one AND gate, and one output pin.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Connect input A to the NOT gate.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Connect the NOT gate output to one input of the AND gate.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Connect input B to the other input of the AND gate.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Connect the AND gate output to the output pin Y.</a:t>
            </a:r>
            <a:endParaRPr lang="en-US"/>
          </a:p>
          <a:p>
            <a:pPr>
              <a:buFont typeface="Arial"/>
            </a:pPr>
            <a:r>
              <a:rPr lang="en-US">
                <a:ea typeface="+mn-lt"/>
                <a:cs typeface="+mn-lt"/>
              </a:rPr>
              <a:t>Change the input values and verify the output using the truth table.</a:t>
            </a:r>
            <a:endParaRPr lang="en-US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17448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750BC5-645E-9931-B0A2-CACAC60EA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F832-6DE5-9260-0AA0-511C726F2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86" y="260022"/>
            <a:ext cx="10515600" cy="1325563"/>
          </a:xfrm>
        </p:spPr>
        <p:txBody>
          <a:bodyPr/>
          <a:lstStyle/>
          <a:p>
            <a:r>
              <a:rPr lang="en-US"/>
              <a:t>Truth table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FA1A213-B479-AAE8-A849-08B3EC17FB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11260"/>
              </p:ext>
            </p:extLst>
          </p:nvPr>
        </p:nvGraphicFramePr>
        <p:xfrm>
          <a:off x="1114136" y="2753590"/>
          <a:ext cx="7886700" cy="219406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214746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86509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21140224"/>
                    </a:ext>
                  </a:extLst>
                </a:gridCol>
              </a:tblGrid>
              <a:tr h="731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 (Light)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166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47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878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329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2542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943CF1-FAAF-F2FB-B487-DB8E1B5D104B}"/>
              </a:ext>
            </a:extLst>
          </p:cNvPr>
          <p:cNvSpPr txBox="1"/>
          <p:nvPr/>
        </p:nvSpPr>
        <p:spPr>
          <a:xfrm>
            <a:off x="600364" y="1368136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Boolean expression: Y = A'B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 = LDR sensor (0 = Dark, 1 = Bright)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B = Motion sensor (0 = No motion, 1 = Motion detected)</a:t>
            </a:r>
          </a:p>
          <a:p>
            <a:pPr marL="228600" indent="-228600">
              <a:buFont typeface=""/>
              <a:buChar char="•"/>
            </a:pPr>
            <a:r>
              <a:rPr lang="en-US"/>
              <a:t>Y = Street light (0 = OFF, 1 = ON)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8917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55442-9BF1-590F-D14D-09C675B83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/>
              <a:t>Expected Result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30D0-E03C-86B5-ED9E-94A5BBC99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196627"/>
            <a:ext cx="4702848" cy="40125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 </a:t>
            </a:r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turns ON when it is dark and motion is detected.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sz="2400" dirty="0" err="1">
                <a:ea typeface="+mn-lt"/>
                <a:cs typeface="+mn-lt"/>
              </a:rPr>
              <a:t>street light</a:t>
            </a:r>
            <a:r>
              <a:rPr lang="en-US" sz="2400" dirty="0">
                <a:ea typeface="+mn-lt"/>
                <a:cs typeface="+mn-lt"/>
              </a:rPr>
              <a:t> remains OFF during daylight or when no motion is detected.</a:t>
            </a:r>
            <a:endParaRPr lang="en-US" dirty="0"/>
          </a:p>
          <a:p>
            <a:r>
              <a:rPr lang="en-US" sz="2400">
                <a:ea typeface="+mn-lt"/>
                <a:cs typeface="+mn-lt"/>
              </a:rPr>
              <a:t>The system helps save electricity by reducing unnecessary power consumption.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933406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A5978-551C-6F43-1948-D3F8BA39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786078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Digital Design and Computer Architecture</vt:lpstr>
      <vt:lpstr>PROJECT TITLE  Automated Street Light Control System</vt:lpstr>
      <vt:lpstr>PowerPoint Presentation</vt:lpstr>
      <vt:lpstr>Objectives </vt:lpstr>
      <vt:lpstr>Logic Design </vt:lpstr>
      <vt:lpstr>PowerPoint Presentation</vt:lpstr>
      <vt:lpstr>Working</vt:lpstr>
      <vt:lpstr>Simulation</vt:lpstr>
      <vt:lpstr>PowerPoint Presentation</vt:lpstr>
      <vt:lpstr>Truth table</vt:lpstr>
      <vt:lpstr>Expected Result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Design and Computer Architecture</dc:title>
  <dc:creator/>
  <cp:lastModifiedBy>Sai Hitesh</cp:lastModifiedBy>
  <cp:revision>344</cp:revision>
  <dcterms:created xsi:type="dcterms:W3CDTF">2026-08-27T07:04:06Z</dcterms:created>
  <dcterms:modified xsi:type="dcterms:W3CDTF">2026-10-11T10:03:55Z</dcterms:modified>
</cp:coreProperties>
</file>